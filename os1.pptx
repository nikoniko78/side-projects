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  <a:srgbClr val="030304"/>
    <a:srgbClr val="FCB7AC"/>
    <a:srgbClr val="1D1E40"/>
    <a:srgbClr val="97475C"/>
    <a:srgbClr val="652F3D"/>
    <a:srgbClr val="C58193"/>
    <a:srgbClr val="202020"/>
    <a:srgbClr val="A087A8"/>
    <a:srgbClr val="F858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85BCC-3B14-4797-9DCE-EA81B9FE2A3B}" v="272" dt="2025-09-11T21:05:41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LoCasto" userId="c71d013a-22da-4967-9eae-09a449c3ca10" providerId="ADAL" clId="{D7085BCC-3B14-4797-9DCE-EA81B9FE2A3B}"/>
    <pc:docChg chg="undo redo custSel addSld delSld modSld">
      <pc:chgData name="Joseph LoCasto" userId="c71d013a-22da-4967-9eae-09a449c3ca10" providerId="ADAL" clId="{D7085BCC-3B14-4797-9DCE-EA81B9FE2A3B}" dt="2025-09-11T21:04:45.211" v="1596"/>
      <pc:docMkLst>
        <pc:docMk/>
      </pc:docMkLst>
      <pc:sldChg chg="addSp delSp modSp mod modTransition setBg">
        <pc:chgData name="Joseph LoCasto" userId="c71d013a-22da-4967-9eae-09a449c3ca10" providerId="ADAL" clId="{D7085BCC-3B14-4797-9DCE-EA81B9FE2A3B}" dt="2025-09-11T20:59:17.061" v="1581" actId="1035"/>
        <pc:sldMkLst>
          <pc:docMk/>
          <pc:sldMk cId="718676494" sldId="256"/>
        </pc:sldMkLst>
        <pc:spChg chg="add del mod">
          <ac:chgData name="Joseph LoCasto" userId="c71d013a-22da-4967-9eae-09a449c3ca10" providerId="ADAL" clId="{D7085BCC-3B14-4797-9DCE-EA81B9FE2A3B}" dt="2025-09-11T15:34:19.368" v="25" actId="478"/>
          <ac:spMkLst>
            <pc:docMk/>
            <pc:sldMk cId="718676494" sldId="256"/>
            <ac:spMk id="2" creationId="{5EFC19CA-F6E5-BE92-A27C-237E2A5EF410}"/>
          </ac:spMkLst>
        </pc:spChg>
        <pc:spChg chg="mod">
          <ac:chgData name="Joseph LoCasto" userId="c71d013a-22da-4967-9eae-09a449c3ca10" providerId="ADAL" clId="{D7085BCC-3B14-4797-9DCE-EA81B9FE2A3B}" dt="2025-09-11T20:58:59.964" v="1525"/>
          <ac:spMkLst>
            <pc:docMk/>
            <pc:sldMk cId="718676494" sldId="256"/>
            <ac:spMk id="3" creationId="{B0691E96-5DD9-CCB1-05A1-4E860B908690}"/>
          </ac:spMkLst>
        </pc:spChg>
        <pc:spChg chg="add del mod">
          <ac:chgData name="Joseph LoCasto" userId="c71d013a-22da-4967-9eae-09a449c3ca10" providerId="ADAL" clId="{D7085BCC-3B14-4797-9DCE-EA81B9FE2A3B}" dt="2025-09-11T15:38:35.034" v="60" actId="11529"/>
          <ac:spMkLst>
            <pc:docMk/>
            <pc:sldMk cId="718676494" sldId="256"/>
            <ac:spMk id="3" creationId="{BEF48B08-E8A4-1A60-CD7A-721FCC6C32CE}"/>
          </ac:spMkLst>
        </pc:spChg>
        <pc:spChg chg="add del mod">
          <ac:chgData name="Joseph LoCasto" userId="c71d013a-22da-4967-9eae-09a449c3ca10" providerId="ADAL" clId="{D7085BCC-3B14-4797-9DCE-EA81B9FE2A3B}" dt="2025-09-11T15:37:24.979" v="42" actId="11529"/>
          <ac:spMkLst>
            <pc:docMk/>
            <pc:sldMk cId="718676494" sldId="256"/>
            <ac:spMk id="4" creationId="{DE550E35-D953-2499-F490-2D1A750A84CE}"/>
          </ac:spMkLst>
        </pc:spChg>
        <pc:spChg chg="mod">
          <ac:chgData name="Joseph LoCasto" userId="c71d013a-22da-4967-9eae-09a449c3ca10" providerId="ADAL" clId="{D7085BCC-3B14-4797-9DCE-EA81B9FE2A3B}" dt="2025-09-11T20:58:59.964" v="1525"/>
          <ac:spMkLst>
            <pc:docMk/>
            <pc:sldMk cId="718676494" sldId="256"/>
            <ac:spMk id="4" creationId="{FAC03FF0-6AD1-F258-3EBE-15D5CBE37F01}"/>
          </ac:spMkLst>
        </pc:spChg>
        <pc:spChg chg="add del mod">
          <ac:chgData name="Joseph LoCasto" userId="c71d013a-22da-4967-9eae-09a449c3ca10" providerId="ADAL" clId="{D7085BCC-3B14-4797-9DCE-EA81B9FE2A3B}" dt="2025-09-11T15:38:33.603" v="56" actId="11529"/>
          <ac:spMkLst>
            <pc:docMk/>
            <pc:sldMk cId="718676494" sldId="256"/>
            <ac:spMk id="7" creationId="{67723D83-3952-C3C8-5B4A-0BF9B67A3548}"/>
          </ac:spMkLst>
        </pc:spChg>
        <pc:spChg chg="add del mod">
          <ac:chgData name="Joseph LoCasto" userId="c71d013a-22da-4967-9eae-09a449c3ca10" providerId="ADAL" clId="{D7085BCC-3B14-4797-9DCE-EA81B9FE2A3B}" dt="2025-09-11T15:38:54.308" v="65" actId="478"/>
          <ac:spMkLst>
            <pc:docMk/>
            <pc:sldMk cId="718676494" sldId="256"/>
            <ac:spMk id="8" creationId="{A4BB6DE4-1652-E662-A130-DD11D9864049}"/>
          </ac:spMkLst>
        </pc:spChg>
        <pc:spChg chg="add mod">
          <ac:chgData name="Joseph LoCasto" userId="c71d013a-22da-4967-9eae-09a449c3ca10" providerId="ADAL" clId="{D7085BCC-3B14-4797-9DCE-EA81B9FE2A3B}" dt="2025-09-11T15:42:25.711" v="91" actId="164"/>
          <ac:spMkLst>
            <pc:docMk/>
            <pc:sldMk cId="718676494" sldId="256"/>
            <ac:spMk id="9" creationId="{800FC3F4-BD38-F6A4-3B0F-B15CAF6D571C}"/>
          </ac:spMkLst>
        </pc:spChg>
        <pc:spChg chg="add mod">
          <ac:chgData name="Joseph LoCasto" userId="c71d013a-22da-4967-9eae-09a449c3ca10" providerId="ADAL" clId="{D7085BCC-3B14-4797-9DCE-EA81B9FE2A3B}" dt="2025-09-11T15:44:07.562" v="108" actId="1076"/>
          <ac:spMkLst>
            <pc:docMk/>
            <pc:sldMk cId="718676494" sldId="256"/>
            <ac:spMk id="10" creationId="{CFC158AA-CB70-25DE-8727-1E89C1E86F1A}"/>
          </ac:spMkLst>
        </pc:spChg>
        <pc:spChg chg="add mod">
          <ac:chgData name="Joseph LoCasto" userId="c71d013a-22da-4967-9eae-09a449c3ca10" providerId="ADAL" clId="{D7085BCC-3B14-4797-9DCE-EA81B9FE2A3B}" dt="2025-09-11T16:30:38.263" v="252" actId="1076"/>
          <ac:spMkLst>
            <pc:docMk/>
            <pc:sldMk cId="718676494" sldId="256"/>
            <ac:spMk id="12" creationId="{2D993143-85DE-F288-9F7B-769173275C99}"/>
          </ac:spMkLst>
        </pc:spChg>
        <pc:grpChg chg="add mod">
          <ac:chgData name="Joseph LoCasto" userId="c71d013a-22da-4967-9eae-09a449c3ca10" providerId="ADAL" clId="{D7085BCC-3B14-4797-9DCE-EA81B9FE2A3B}" dt="2025-09-11T20:59:17.061" v="1581" actId="1035"/>
          <ac:grpSpMkLst>
            <pc:docMk/>
            <pc:sldMk cId="718676494" sldId="256"/>
            <ac:grpSpMk id="2" creationId="{781F490A-4E45-7EA8-D752-24CCA2809652}"/>
          </ac:grpSpMkLst>
        </pc:grpChg>
        <pc:grpChg chg="add del mod">
          <ac:chgData name="Joseph LoCasto" userId="c71d013a-22da-4967-9eae-09a449c3ca10" providerId="ADAL" clId="{D7085BCC-3B14-4797-9DCE-EA81B9FE2A3B}" dt="2025-09-11T20:58:53.708" v="1524" actId="478"/>
          <ac:grpSpMkLst>
            <pc:docMk/>
            <pc:sldMk cId="718676494" sldId="256"/>
            <ac:grpSpMk id="11" creationId="{C6BE9897-775E-E9E7-55CF-D4A58C75B49B}"/>
          </ac:grpSpMkLst>
        </pc:grpChg>
        <pc:cxnChg chg="add del">
          <ac:chgData name="Joseph LoCasto" userId="c71d013a-22da-4967-9eae-09a449c3ca10" providerId="ADAL" clId="{D7085BCC-3B14-4797-9DCE-EA81B9FE2A3B}" dt="2025-09-11T15:37:24.224" v="40" actId="11529"/>
          <ac:cxnSpMkLst>
            <pc:docMk/>
            <pc:sldMk cId="718676494" sldId="256"/>
            <ac:cxnSpMk id="6" creationId="{A923C4D5-7845-8B82-0E4C-620C3AB9C499}"/>
          </ac:cxnSpMkLst>
        </pc:cxnChg>
      </pc:sldChg>
      <pc:sldChg chg="addSp delSp modSp add mod modTransition setBg">
        <pc:chgData name="Joseph LoCasto" userId="c71d013a-22da-4967-9eae-09a449c3ca10" providerId="ADAL" clId="{D7085BCC-3B14-4797-9DCE-EA81B9FE2A3B}" dt="2025-09-11T16:43:42.324" v="291" actId="1076"/>
        <pc:sldMkLst>
          <pc:docMk/>
          <pc:sldMk cId="1915249508" sldId="257"/>
        </pc:sldMkLst>
        <pc:spChg chg="add del mod ord">
          <ac:chgData name="Joseph LoCasto" userId="c71d013a-22da-4967-9eae-09a449c3ca10" providerId="ADAL" clId="{D7085BCC-3B14-4797-9DCE-EA81B9FE2A3B}" dt="2025-09-11T16:06:54.155" v="193" actId="478"/>
          <ac:spMkLst>
            <pc:docMk/>
            <pc:sldMk cId="1915249508" sldId="257"/>
            <ac:spMk id="2" creationId="{96CDBA26-BCFE-C516-5BA0-E4B8ACCAF0B4}"/>
          </ac:spMkLst>
        </pc:spChg>
        <pc:spChg chg="add mod ord">
          <ac:chgData name="Joseph LoCasto" userId="c71d013a-22da-4967-9eae-09a449c3ca10" providerId="ADAL" clId="{D7085BCC-3B14-4797-9DCE-EA81B9FE2A3B}" dt="2025-09-11T16:43:42.324" v="291" actId="1076"/>
          <ac:spMkLst>
            <pc:docMk/>
            <pc:sldMk cId="1915249508" sldId="257"/>
            <ac:spMk id="3" creationId="{CBF79C6C-7B80-1126-0C18-BDB717419B8C}"/>
          </ac:spMkLst>
        </pc:spChg>
        <pc:spChg chg="add mod ord">
          <ac:chgData name="Joseph LoCasto" userId="c71d013a-22da-4967-9eae-09a449c3ca10" providerId="ADAL" clId="{D7085BCC-3B14-4797-9DCE-EA81B9FE2A3B}" dt="2025-09-11T16:35:11.637" v="281" actId="1076"/>
          <ac:spMkLst>
            <pc:docMk/>
            <pc:sldMk cId="1915249508" sldId="257"/>
            <ac:spMk id="4" creationId="{0EABAE41-6146-A17F-7331-F3734E20B35F}"/>
          </ac:spMkLst>
        </pc:spChg>
        <pc:spChg chg="add del mod">
          <ac:chgData name="Joseph LoCasto" userId="c71d013a-22da-4967-9eae-09a449c3ca10" providerId="ADAL" clId="{D7085BCC-3B14-4797-9DCE-EA81B9FE2A3B}" dt="2025-09-11T16:43:27.234" v="289" actId="478"/>
          <ac:spMkLst>
            <pc:docMk/>
            <pc:sldMk cId="1915249508" sldId="257"/>
            <ac:spMk id="5" creationId="{5A1E9EBE-DEB2-C4CB-7503-5CDD85541886}"/>
          </ac:spMkLst>
        </pc:spChg>
        <pc:grpChg chg="mod">
          <ac:chgData name="Joseph LoCasto" userId="c71d013a-22da-4967-9eae-09a449c3ca10" providerId="ADAL" clId="{D7085BCC-3B14-4797-9DCE-EA81B9FE2A3B}" dt="2025-09-11T16:43:13.139" v="288" actId="1076"/>
          <ac:grpSpMkLst>
            <pc:docMk/>
            <pc:sldMk cId="1915249508" sldId="257"/>
            <ac:grpSpMk id="11" creationId="{F75965BC-031E-5BB7-BD0D-FE2DD90883CA}"/>
          </ac:grpSpMkLst>
        </pc:grpChg>
      </pc:sldChg>
      <pc:sldChg chg="addSp delSp modSp add mod modTransition setBg">
        <pc:chgData name="Joseph LoCasto" userId="c71d013a-22da-4967-9eae-09a449c3ca10" providerId="ADAL" clId="{D7085BCC-3B14-4797-9DCE-EA81B9FE2A3B}" dt="2025-09-11T17:02:12.763" v="377"/>
        <pc:sldMkLst>
          <pc:docMk/>
          <pc:sldMk cId="3055502489" sldId="258"/>
        </pc:sldMkLst>
        <pc:spChg chg="add del">
          <ac:chgData name="Joseph LoCasto" userId="c71d013a-22da-4967-9eae-09a449c3ca10" providerId="ADAL" clId="{D7085BCC-3B14-4797-9DCE-EA81B9FE2A3B}" dt="2025-09-11T16:06:10.749" v="150" actId="478"/>
          <ac:spMkLst>
            <pc:docMk/>
            <pc:sldMk cId="3055502489" sldId="258"/>
            <ac:spMk id="3" creationId="{C13ABABD-0034-1A57-5EF2-ED8529FAA510}"/>
          </ac:spMkLst>
        </pc:spChg>
        <pc:spChg chg="add del mod">
          <ac:chgData name="Joseph LoCasto" userId="c71d013a-22da-4967-9eae-09a449c3ca10" providerId="ADAL" clId="{D7085BCC-3B14-4797-9DCE-EA81B9FE2A3B}" dt="2025-09-11T16:31:01.858" v="255" actId="478"/>
          <ac:spMkLst>
            <pc:docMk/>
            <pc:sldMk cId="3055502489" sldId="258"/>
            <ac:spMk id="4" creationId="{6BB1EAC3-C12D-F3F0-2C5C-5961EFE60D10}"/>
          </ac:spMkLst>
        </pc:spChg>
        <pc:spChg chg="add mod ord">
          <ac:chgData name="Joseph LoCasto" userId="c71d013a-22da-4967-9eae-09a449c3ca10" providerId="ADAL" clId="{D7085BCC-3B14-4797-9DCE-EA81B9FE2A3B}" dt="2025-09-11T16:42:16.702" v="282" actId="1076"/>
          <ac:spMkLst>
            <pc:docMk/>
            <pc:sldMk cId="3055502489" sldId="258"/>
            <ac:spMk id="5" creationId="{841E96F8-82A3-BEC8-F4F6-881CBBC76B12}"/>
          </ac:spMkLst>
        </pc:spChg>
        <pc:spChg chg="add del mod">
          <ac:chgData name="Joseph LoCasto" userId="c71d013a-22da-4967-9eae-09a449c3ca10" providerId="ADAL" clId="{D7085BCC-3B14-4797-9DCE-EA81B9FE2A3B}" dt="2025-09-11T16:43:30.577" v="290" actId="478"/>
          <ac:spMkLst>
            <pc:docMk/>
            <pc:sldMk cId="3055502489" sldId="258"/>
            <ac:spMk id="6" creationId="{29CE43E7-85EA-2813-D5E0-4E34FFB66A12}"/>
          </ac:spMkLst>
        </pc:spChg>
        <pc:spChg chg="add del mod">
          <ac:chgData name="Joseph LoCasto" userId="c71d013a-22da-4967-9eae-09a449c3ca10" providerId="ADAL" clId="{D7085BCC-3B14-4797-9DCE-EA81B9FE2A3B}" dt="2025-09-11T16:43:01.895" v="286" actId="478"/>
          <ac:spMkLst>
            <pc:docMk/>
            <pc:sldMk cId="3055502489" sldId="258"/>
            <ac:spMk id="7" creationId="{C6BF943F-FC7E-D725-B708-61588F854C79}"/>
          </ac:spMkLst>
        </pc:spChg>
        <pc:spChg chg="mod">
          <ac:chgData name="Joseph LoCasto" userId="c71d013a-22da-4967-9eae-09a449c3ca10" providerId="ADAL" clId="{D7085BCC-3B14-4797-9DCE-EA81B9FE2A3B}" dt="2025-09-11T16:42:16.702" v="282" actId="1076"/>
          <ac:spMkLst>
            <pc:docMk/>
            <pc:sldMk cId="3055502489" sldId="258"/>
            <ac:spMk id="9" creationId="{19A2856F-4172-7043-F727-B9F4C7FF1682}"/>
          </ac:spMkLst>
        </pc:spChg>
        <pc:spChg chg="mod">
          <ac:chgData name="Joseph LoCasto" userId="c71d013a-22da-4967-9eae-09a449c3ca10" providerId="ADAL" clId="{D7085BCC-3B14-4797-9DCE-EA81B9FE2A3B}" dt="2025-09-11T16:42:16.702" v="282" actId="1076"/>
          <ac:spMkLst>
            <pc:docMk/>
            <pc:sldMk cId="3055502489" sldId="258"/>
            <ac:spMk id="10" creationId="{67595249-9B9E-BD0A-AE97-71A799BF42AD}"/>
          </ac:spMkLst>
        </pc:spChg>
        <pc:grpChg chg="mod ord">
          <ac:chgData name="Joseph LoCasto" userId="c71d013a-22da-4967-9eae-09a449c3ca10" providerId="ADAL" clId="{D7085BCC-3B14-4797-9DCE-EA81B9FE2A3B}" dt="2025-09-11T16:42:16.702" v="282" actId="1076"/>
          <ac:grpSpMkLst>
            <pc:docMk/>
            <pc:sldMk cId="3055502489" sldId="258"/>
            <ac:grpSpMk id="11" creationId="{B8A7A50C-A432-AE7A-250A-6A3D19D8A640}"/>
          </ac:grpSpMkLst>
        </pc:grpChg>
        <pc:picChg chg="add del mod">
          <ac:chgData name="Joseph LoCasto" userId="c71d013a-22da-4967-9eae-09a449c3ca10" providerId="ADAL" clId="{D7085BCC-3B14-4797-9DCE-EA81B9FE2A3B}" dt="2025-09-11T16:42:16.702" v="282" actId="1076"/>
          <ac:picMkLst>
            <pc:docMk/>
            <pc:sldMk cId="3055502489" sldId="258"/>
            <ac:picMk id="1026" creationId="{FBED7772-5F15-CE09-34B8-0DAD2B056FCE}"/>
          </ac:picMkLst>
        </pc:picChg>
      </pc:sldChg>
      <pc:sldChg chg="new del">
        <pc:chgData name="Joseph LoCasto" userId="c71d013a-22da-4967-9eae-09a449c3ca10" providerId="ADAL" clId="{D7085BCC-3B14-4797-9DCE-EA81B9FE2A3B}" dt="2025-09-11T16:45:05.359" v="295" actId="47"/>
        <pc:sldMkLst>
          <pc:docMk/>
          <pc:sldMk cId="288959351" sldId="259"/>
        </pc:sldMkLst>
      </pc:sldChg>
      <pc:sldChg chg="addSp delSp modSp new mod modTransition">
        <pc:chgData name="Joseph LoCasto" userId="c71d013a-22da-4967-9eae-09a449c3ca10" providerId="ADAL" clId="{D7085BCC-3B14-4797-9DCE-EA81B9FE2A3B}" dt="2025-09-11T21:00:02.740" v="1583" actId="14100"/>
        <pc:sldMkLst>
          <pc:docMk/>
          <pc:sldMk cId="2315080474" sldId="259"/>
        </pc:sldMkLst>
        <pc:spChg chg="add mod">
          <ac:chgData name="Joseph LoCasto" userId="c71d013a-22da-4967-9eae-09a449c3ca10" providerId="ADAL" clId="{D7085BCC-3B14-4797-9DCE-EA81B9FE2A3B}" dt="2025-09-11T16:59:13.484" v="334" actId="1076"/>
          <ac:spMkLst>
            <pc:docMk/>
            <pc:sldMk cId="2315080474" sldId="259"/>
            <ac:spMk id="2" creationId="{97FF5BD8-91F2-9F22-E502-491BA14E3115}"/>
          </ac:spMkLst>
        </pc:spChg>
        <pc:spChg chg="add mod">
          <ac:chgData name="Joseph LoCasto" userId="c71d013a-22da-4967-9eae-09a449c3ca10" providerId="ADAL" clId="{D7085BCC-3B14-4797-9DCE-EA81B9FE2A3B}" dt="2025-09-11T17:05:59.004" v="409" actId="14861"/>
          <ac:spMkLst>
            <pc:docMk/>
            <pc:sldMk cId="2315080474" sldId="259"/>
            <ac:spMk id="3" creationId="{637F27A2-7AFA-7692-3617-FBE5DB704CDE}"/>
          </ac:spMkLst>
        </pc:spChg>
        <pc:spChg chg="add mod">
          <ac:chgData name="Joseph LoCasto" userId="c71d013a-22da-4967-9eae-09a449c3ca10" providerId="ADAL" clId="{D7085BCC-3B14-4797-9DCE-EA81B9FE2A3B}" dt="2025-09-11T17:01:51.467" v="374" actId="1076"/>
          <ac:spMkLst>
            <pc:docMk/>
            <pc:sldMk cId="2315080474" sldId="259"/>
            <ac:spMk id="4" creationId="{625DADEF-B5D8-46A1-F457-AD08B7E12B52}"/>
          </ac:spMkLst>
        </pc:spChg>
        <pc:spChg chg="add mod">
          <ac:chgData name="Joseph LoCasto" userId="c71d013a-22da-4967-9eae-09a449c3ca10" providerId="ADAL" clId="{D7085BCC-3B14-4797-9DCE-EA81B9FE2A3B}" dt="2025-09-11T17:09:11.994" v="445" actId="2085"/>
          <ac:spMkLst>
            <pc:docMk/>
            <pc:sldMk cId="2315080474" sldId="259"/>
            <ac:spMk id="5" creationId="{ED2B2861-7FAB-1142-3CE7-E9D146E2BB30}"/>
          </ac:spMkLst>
        </pc:spChg>
        <pc:spChg chg="add mod">
          <ac:chgData name="Joseph LoCasto" userId="c71d013a-22da-4967-9eae-09a449c3ca10" providerId="ADAL" clId="{D7085BCC-3B14-4797-9DCE-EA81B9FE2A3B}" dt="2025-09-11T17:10:31.834" v="469" actId="207"/>
          <ac:spMkLst>
            <pc:docMk/>
            <pc:sldMk cId="2315080474" sldId="259"/>
            <ac:spMk id="6" creationId="{45EB2367-DFEE-F1A3-A6F8-F3C084C12C68}"/>
          </ac:spMkLst>
        </pc:spChg>
        <pc:spChg chg="add mod">
          <ac:chgData name="Joseph LoCasto" userId="c71d013a-22da-4967-9eae-09a449c3ca10" providerId="ADAL" clId="{D7085BCC-3B14-4797-9DCE-EA81B9FE2A3B}" dt="2025-09-11T20:53:16.292" v="1478" actId="1076"/>
          <ac:spMkLst>
            <pc:docMk/>
            <pc:sldMk cId="2315080474" sldId="259"/>
            <ac:spMk id="10" creationId="{C132C798-525E-04B7-0798-4F70CFAB7D2C}"/>
          </ac:spMkLst>
        </pc:spChg>
        <pc:spChg chg="add del mod">
          <ac:chgData name="Joseph LoCasto" userId="c71d013a-22da-4967-9eae-09a449c3ca10" providerId="ADAL" clId="{D7085BCC-3B14-4797-9DCE-EA81B9FE2A3B}" dt="2025-09-11T20:57:40.930" v="1498" actId="478"/>
          <ac:spMkLst>
            <pc:docMk/>
            <pc:sldMk cId="2315080474" sldId="259"/>
            <ac:spMk id="12" creationId="{50BFA5AE-CC17-8EBD-E36E-96721475D108}"/>
          </ac:spMkLst>
        </pc:spChg>
        <pc:spChg chg="add mod">
          <ac:chgData name="Joseph LoCasto" userId="c71d013a-22da-4967-9eae-09a449c3ca10" providerId="ADAL" clId="{D7085BCC-3B14-4797-9DCE-EA81B9FE2A3B}" dt="2025-09-11T21:00:02.740" v="1583" actId="14100"/>
          <ac:spMkLst>
            <pc:docMk/>
            <pc:sldMk cId="2315080474" sldId="259"/>
            <ac:spMk id="13" creationId="{A0636778-5618-BE4D-EEEF-C475312D9D2F}"/>
          </ac:spMkLst>
        </pc:spChg>
        <pc:spChg chg="mod">
          <ac:chgData name="Joseph LoCasto" userId="c71d013a-22da-4967-9eae-09a449c3ca10" providerId="ADAL" clId="{D7085BCC-3B14-4797-9DCE-EA81B9FE2A3B}" dt="2025-09-11T17:19:30.732" v="487" actId="27803"/>
          <ac:spMkLst>
            <pc:docMk/>
            <pc:sldMk cId="2315080474" sldId="259"/>
            <ac:spMk id="13" creationId="{C2B74D74-1D7D-FD17-5F89-84500BFF7499}"/>
          </ac:spMkLst>
        </pc:spChg>
        <pc:spChg chg="mod">
          <ac:chgData name="Joseph LoCasto" userId="c71d013a-22da-4967-9eae-09a449c3ca10" providerId="ADAL" clId="{D7085BCC-3B14-4797-9DCE-EA81B9FE2A3B}" dt="2025-09-11T17:19:30.732" v="487" actId="27803"/>
          <ac:spMkLst>
            <pc:docMk/>
            <pc:sldMk cId="2315080474" sldId="259"/>
            <ac:spMk id="14" creationId="{7BAC00E0-3C02-5894-C38A-900453249374}"/>
          </ac:spMkLst>
        </pc:spChg>
        <pc:spChg chg="mod">
          <ac:chgData name="Joseph LoCasto" userId="c71d013a-22da-4967-9eae-09a449c3ca10" providerId="ADAL" clId="{D7085BCC-3B14-4797-9DCE-EA81B9FE2A3B}" dt="2025-09-11T17:19:30.732" v="487" actId="27803"/>
          <ac:spMkLst>
            <pc:docMk/>
            <pc:sldMk cId="2315080474" sldId="259"/>
            <ac:spMk id="15" creationId="{E79E0D2C-6EA6-9032-D70C-F62638B3DDCD}"/>
          </ac:spMkLst>
        </pc:spChg>
        <pc:spChg chg="add mod">
          <ac:chgData name="Joseph LoCasto" userId="c71d013a-22da-4967-9eae-09a449c3ca10" providerId="ADAL" clId="{D7085BCC-3B14-4797-9DCE-EA81B9FE2A3B}" dt="2025-09-11T17:23:43.736" v="535" actId="207"/>
          <ac:spMkLst>
            <pc:docMk/>
            <pc:sldMk cId="2315080474" sldId="259"/>
            <ac:spMk id="16" creationId="{16CCA922-50CE-5D25-EBA8-80A89B10618C}"/>
          </ac:spMkLst>
        </pc:spChg>
        <pc:spChg chg="add del mod">
          <ac:chgData name="Joseph LoCasto" userId="c71d013a-22da-4967-9eae-09a449c3ca10" providerId="ADAL" clId="{D7085BCC-3B14-4797-9DCE-EA81B9FE2A3B}" dt="2025-09-11T17:38:45.848" v="610" actId="478"/>
          <ac:spMkLst>
            <pc:docMk/>
            <pc:sldMk cId="2315080474" sldId="259"/>
            <ac:spMk id="17" creationId="{A2348B83-AA2B-A36E-5DBE-8C0B8E863A24}"/>
          </ac:spMkLst>
        </pc:spChg>
        <pc:spChg chg="add mod ord topLvl">
          <ac:chgData name="Joseph LoCasto" userId="c71d013a-22da-4967-9eae-09a449c3ca10" providerId="ADAL" clId="{D7085BCC-3B14-4797-9DCE-EA81B9FE2A3B}" dt="2025-09-11T17:44:00.696" v="778" actId="1076"/>
          <ac:spMkLst>
            <pc:docMk/>
            <pc:sldMk cId="2315080474" sldId="259"/>
            <ac:spMk id="18" creationId="{CB4C3EB6-E400-5ECB-4B87-AF6EF8D0A79E}"/>
          </ac:spMkLst>
        </pc:spChg>
        <pc:spChg chg="add mod topLvl">
          <ac:chgData name="Joseph LoCasto" userId="c71d013a-22da-4967-9eae-09a449c3ca10" providerId="ADAL" clId="{D7085BCC-3B14-4797-9DCE-EA81B9FE2A3B}" dt="2025-09-11T19:12:11.606" v="814" actId="20577"/>
          <ac:spMkLst>
            <pc:docMk/>
            <pc:sldMk cId="2315080474" sldId="259"/>
            <ac:spMk id="19" creationId="{55BED1C6-71F3-83E8-7A79-0A595B9FEB27}"/>
          </ac:spMkLst>
        </pc:spChg>
        <pc:spChg chg="add mod">
          <ac:chgData name="Joseph LoCasto" userId="c71d013a-22da-4967-9eae-09a449c3ca10" providerId="ADAL" clId="{D7085BCC-3B14-4797-9DCE-EA81B9FE2A3B}" dt="2025-09-11T19:12:23.584" v="818" actId="14100"/>
          <ac:spMkLst>
            <pc:docMk/>
            <pc:sldMk cId="2315080474" sldId="259"/>
            <ac:spMk id="21" creationId="{B3D08CEA-BDA6-EBB5-7863-38378E38EAB2}"/>
          </ac:spMkLst>
        </pc:spChg>
        <pc:grpChg chg="add del mod">
          <ac:chgData name="Joseph LoCasto" userId="c71d013a-22da-4967-9eae-09a449c3ca10" providerId="ADAL" clId="{D7085BCC-3B14-4797-9DCE-EA81B9FE2A3B}" dt="2025-09-11T17:19:30.732" v="487" actId="27803"/>
          <ac:grpSpMkLst>
            <pc:docMk/>
            <pc:sldMk cId="2315080474" sldId="259"/>
            <ac:grpSpMk id="12" creationId="{3AE1E2F7-A0AE-943E-D614-59B4EA4FCCC8}"/>
          </ac:grpSpMkLst>
        </pc:grpChg>
        <pc:grpChg chg="add del mod">
          <ac:chgData name="Joseph LoCasto" userId="c71d013a-22da-4967-9eae-09a449c3ca10" providerId="ADAL" clId="{D7085BCC-3B14-4797-9DCE-EA81B9FE2A3B}" dt="2025-09-11T17:43:20.289" v="775" actId="165"/>
          <ac:grpSpMkLst>
            <pc:docMk/>
            <pc:sldMk cId="2315080474" sldId="259"/>
            <ac:grpSpMk id="20" creationId="{C77596DD-7C9B-5F7E-544C-E5B5C2D329A0}"/>
          </ac:grpSpMkLst>
        </pc:grpChg>
        <pc:picChg chg="add mod">
          <ac:chgData name="Joseph LoCasto" userId="c71d013a-22da-4967-9eae-09a449c3ca10" providerId="ADAL" clId="{D7085BCC-3B14-4797-9DCE-EA81B9FE2A3B}" dt="2025-09-11T20:43:42.587" v="1131" actId="1036"/>
          <ac:picMkLst>
            <pc:docMk/>
            <pc:sldMk cId="2315080474" sldId="259"/>
            <ac:picMk id="7" creationId="{259CCA55-5DA1-E2AD-4AD4-D097D5E76C6C}"/>
          </ac:picMkLst>
        </pc:picChg>
        <pc:picChg chg="add mod">
          <ac:chgData name="Joseph LoCasto" userId="c71d013a-22da-4967-9eae-09a449c3ca10" providerId="ADAL" clId="{D7085BCC-3B14-4797-9DCE-EA81B9FE2A3B}" dt="2025-09-11T20:43:50.477" v="1167" actId="1035"/>
          <ac:picMkLst>
            <pc:docMk/>
            <pc:sldMk cId="2315080474" sldId="259"/>
            <ac:picMk id="9" creationId="{0E6B93F0-7F46-02D1-9F49-98C685290CD0}"/>
          </ac:picMkLst>
        </pc:picChg>
        <pc:picChg chg="add del mod">
          <ac:chgData name="Joseph LoCasto" userId="c71d013a-22da-4967-9eae-09a449c3ca10" providerId="ADAL" clId="{D7085BCC-3B14-4797-9DCE-EA81B9FE2A3B}" dt="2025-09-11T17:23:48.355" v="536" actId="207"/>
          <ac:picMkLst>
            <pc:docMk/>
            <pc:sldMk cId="2315080474" sldId="259"/>
            <ac:picMk id="11" creationId="{717059EF-563C-05EE-F63C-5DD263A6ACC6}"/>
          </ac:picMkLst>
        </pc:picChg>
        <pc:picChg chg="add del">
          <ac:chgData name="Joseph LoCasto" userId="c71d013a-22da-4967-9eae-09a449c3ca10" providerId="ADAL" clId="{D7085BCC-3B14-4797-9DCE-EA81B9FE2A3B}" dt="2025-09-11T16:54:35.493" v="299" actId="478"/>
          <ac:picMkLst>
            <pc:docMk/>
            <pc:sldMk cId="2315080474" sldId="259"/>
            <ac:picMk id="2050" creationId="{7A9EB0C8-F3EA-9C12-5703-5A3BEBCA4AA0}"/>
          </ac:picMkLst>
        </pc:picChg>
        <pc:picChg chg="add mod">
          <ac:chgData name="Joseph LoCasto" userId="c71d013a-22da-4967-9eae-09a449c3ca10" providerId="ADAL" clId="{D7085BCC-3B14-4797-9DCE-EA81B9FE2A3B}" dt="2025-09-11T17:42:10.213" v="767" actId="1076"/>
          <ac:picMkLst>
            <pc:docMk/>
            <pc:sldMk cId="2315080474" sldId="259"/>
            <ac:picMk id="2052" creationId="{BD23FEAC-65F6-2030-DA48-9B84B7468FF4}"/>
          </ac:picMkLst>
        </pc:picChg>
        <pc:cxnChg chg="add mod">
          <ac:chgData name="Joseph LoCasto" userId="c71d013a-22da-4967-9eae-09a449c3ca10" providerId="ADAL" clId="{D7085BCC-3B14-4797-9DCE-EA81B9FE2A3B}" dt="2025-09-11T17:17:24.814" v="482" actId="208"/>
          <ac:cxnSpMkLst>
            <pc:docMk/>
            <pc:sldMk cId="2315080474" sldId="259"/>
            <ac:cxnSpMk id="8" creationId="{E3966EC9-7971-2264-9EDF-675682C479AF}"/>
          </ac:cxnSpMkLst>
        </pc:cxnChg>
      </pc:sldChg>
      <pc:sldChg chg="new del">
        <pc:chgData name="Joseph LoCasto" userId="c71d013a-22da-4967-9eae-09a449c3ca10" providerId="ADAL" clId="{D7085BCC-3B14-4797-9DCE-EA81B9FE2A3B}" dt="2025-09-11T16:45:02.738" v="293" actId="47"/>
        <pc:sldMkLst>
          <pc:docMk/>
          <pc:sldMk cId="3444487470" sldId="259"/>
        </pc:sldMkLst>
      </pc:sldChg>
      <pc:sldChg chg="addSp delSp modSp add mod modTransition modAnim">
        <pc:chgData name="Joseph LoCasto" userId="c71d013a-22da-4967-9eae-09a449c3ca10" providerId="ADAL" clId="{D7085BCC-3B14-4797-9DCE-EA81B9FE2A3B}" dt="2025-09-11T21:04:45.211" v="1596"/>
        <pc:sldMkLst>
          <pc:docMk/>
          <pc:sldMk cId="3850415199" sldId="260"/>
        </pc:sldMkLst>
        <pc:spChg chg="add del mod">
          <ac:chgData name="Joseph LoCasto" userId="c71d013a-22da-4967-9eae-09a449c3ca10" providerId="ADAL" clId="{D7085BCC-3B14-4797-9DCE-EA81B9FE2A3B}" dt="2025-09-11T17:30:05.015" v="542" actId="1076"/>
          <ac:spMkLst>
            <pc:docMk/>
            <pc:sldMk cId="3850415199" sldId="260"/>
            <ac:spMk id="2" creationId="{81399615-CE60-AA66-AB9B-C83B3222CFFE}"/>
          </ac:spMkLst>
        </pc:spChg>
        <pc:spChg chg="mod">
          <ac:chgData name="Joseph LoCasto" userId="c71d013a-22da-4967-9eae-09a449c3ca10" providerId="ADAL" clId="{D7085BCC-3B14-4797-9DCE-EA81B9FE2A3B}" dt="2025-09-11T17:30:05.015" v="542" actId="1076"/>
          <ac:spMkLst>
            <pc:docMk/>
            <pc:sldMk cId="3850415199" sldId="260"/>
            <ac:spMk id="3" creationId="{8630D059-E304-F41D-07F0-D2C34D9AA3B2}"/>
          </ac:spMkLst>
        </pc:spChg>
        <pc:spChg chg="mod">
          <ac:chgData name="Joseph LoCasto" userId="c71d013a-22da-4967-9eae-09a449c3ca10" providerId="ADAL" clId="{D7085BCC-3B14-4797-9DCE-EA81B9FE2A3B}" dt="2025-09-11T17:30:05.015" v="542" actId="1076"/>
          <ac:spMkLst>
            <pc:docMk/>
            <pc:sldMk cId="3850415199" sldId="260"/>
            <ac:spMk id="4" creationId="{64E8B9B5-7978-D6D6-C809-A1A1DF21D1B4}"/>
          </ac:spMkLst>
        </pc:spChg>
        <pc:spChg chg="mod">
          <ac:chgData name="Joseph LoCasto" userId="c71d013a-22da-4967-9eae-09a449c3ca10" providerId="ADAL" clId="{D7085BCC-3B14-4797-9DCE-EA81B9FE2A3B}" dt="2025-09-11T17:30:05.015" v="542" actId="1076"/>
          <ac:spMkLst>
            <pc:docMk/>
            <pc:sldMk cId="3850415199" sldId="260"/>
            <ac:spMk id="5" creationId="{E3AE8666-A4A4-36D7-D9A0-FE86E532AC9B}"/>
          </ac:spMkLst>
        </pc:spChg>
        <pc:spChg chg="mod">
          <ac:chgData name="Joseph LoCasto" userId="c71d013a-22da-4967-9eae-09a449c3ca10" providerId="ADAL" clId="{D7085BCC-3B14-4797-9DCE-EA81B9FE2A3B}" dt="2025-09-11T17:30:05.015" v="542" actId="1076"/>
          <ac:spMkLst>
            <pc:docMk/>
            <pc:sldMk cId="3850415199" sldId="260"/>
            <ac:spMk id="6" creationId="{3860CD4F-7ED0-3B45-9E77-768FCD9A2D65}"/>
          </ac:spMkLst>
        </pc:spChg>
        <pc:spChg chg="add del mod">
          <ac:chgData name="Joseph LoCasto" userId="c71d013a-22da-4967-9eae-09a449c3ca10" providerId="ADAL" clId="{D7085BCC-3B14-4797-9DCE-EA81B9FE2A3B}" dt="2025-09-11T17:47:59.317" v="784" actId="478"/>
          <ac:spMkLst>
            <pc:docMk/>
            <pc:sldMk cId="3850415199" sldId="260"/>
            <ac:spMk id="7" creationId="{89302ED1-0710-8127-FC48-9036D2E086B1}"/>
          </ac:spMkLst>
        </pc:spChg>
        <pc:spChg chg="add mod">
          <ac:chgData name="Joseph LoCasto" userId="c71d013a-22da-4967-9eae-09a449c3ca10" providerId="ADAL" clId="{D7085BCC-3B14-4797-9DCE-EA81B9FE2A3B}" dt="2025-09-11T17:50:30.062" v="791" actId="1076"/>
          <ac:spMkLst>
            <pc:docMk/>
            <pc:sldMk cId="3850415199" sldId="260"/>
            <ac:spMk id="9" creationId="{0745511B-87ED-2548-3E1A-EDBDCB9AE58A}"/>
          </ac:spMkLst>
        </pc:spChg>
        <pc:spChg chg="add mod">
          <ac:chgData name="Joseph LoCasto" userId="c71d013a-22da-4967-9eae-09a449c3ca10" providerId="ADAL" clId="{D7085BCC-3B14-4797-9DCE-EA81B9FE2A3B}" dt="2025-09-11T19:13:08.945" v="840" actId="20577"/>
          <ac:spMkLst>
            <pc:docMk/>
            <pc:sldMk cId="3850415199" sldId="260"/>
            <ac:spMk id="10" creationId="{894395EF-B344-F119-B240-D98EA44D5E0A}"/>
          </ac:spMkLst>
        </pc:spChg>
        <pc:spChg chg="add del mod">
          <ac:chgData name="Joseph LoCasto" userId="c71d013a-22da-4967-9eae-09a449c3ca10" providerId="ADAL" clId="{D7085BCC-3B14-4797-9DCE-EA81B9FE2A3B}" dt="2025-09-11T20:07:47.270" v="844" actId="478"/>
          <ac:spMkLst>
            <pc:docMk/>
            <pc:sldMk cId="3850415199" sldId="260"/>
            <ac:spMk id="13" creationId="{DEE750A1-5B58-622F-72F1-C43A38B41848}"/>
          </ac:spMkLst>
        </pc:spChg>
        <pc:spChg chg="mod">
          <ac:chgData name="Joseph LoCasto" userId="c71d013a-22da-4967-9eae-09a449c3ca10" providerId="ADAL" clId="{D7085BCC-3B14-4797-9DCE-EA81B9FE2A3B}" dt="2025-09-11T17:30:05.015" v="542" actId="1076"/>
          <ac:spMkLst>
            <pc:docMk/>
            <pc:sldMk cId="3850415199" sldId="260"/>
            <ac:spMk id="16" creationId="{162BAE6B-181C-04CD-3BB7-A774E4CF13FA}"/>
          </ac:spMkLst>
        </pc:spChg>
        <pc:spChg chg="add del mod">
          <ac:chgData name="Joseph LoCasto" userId="c71d013a-22da-4967-9eae-09a449c3ca10" providerId="ADAL" clId="{D7085BCC-3B14-4797-9DCE-EA81B9FE2A3B}" dt="2025-09-11T20:34:48.642" v="1007" actId="478"/>
          <ac:spMkLst>
            <pc:docMk/>
            <pc:sldMk cId="3850415199" sldId="260"/>
            <ac:spMk id="23" creationId="{469B920A-85F2-7DAB-9145-77915AC5C9B5}"/>
          </ac:spMkLst>
        </pc:spChg>
        <pc:spChg chg="add del mod">
          <ac:chgData name="Joseph LoCasto" userId="c71d013a-22da-4967-9eae-09a449c3ca10" providerId="ADAL" clId="{D7085BCC-3B14-4797-9DCE-EA81B9FE2A3B}" dt="2025-09-11T21:03:50.770" v="1594" actId="478"/>
          <ac:spMkLst>
            <pc:docMk/>
            <pc:sldMk cId="3850415199" sldId="260"/>
            <ac:spMk id="24" creationId="{974359C0-8877-2DD0-953A-2B57B4ACDE9F}"/>
          </ac:spMkLst>
        </pc:spChg>
        <pc:spChg chg="add del">
          <ac:chgData name="Joseph LoCasto" userId="c71d013a-22da-4967-9eae-09a449c3ca10" providerId="ADAL" clId="{D7085BCC-3B14-4797-9DCE-EA81B9FE2A3B}" dt="2025-09-11T21:02:30.028" v="1587" actId="478"/>
          <ac:spMkLst>
            <pc:docMk/>
            <pc:sldMk cId="3850415199" sldId="260"/>
            <ac:spMk id="29" creationId="{9AA3512B-871D-7503-F0EC-B030E2FB8350}"/>
          </ac:spMkLst>
        </pc:spChg>
        <pc:spChg chg="add del">
          <ac:chgData name="Joseph LoCasto" userId="c71d013a-22da-4967-9eae-09a449c3ca10" providerId="ADAL" clId="{D7085BCC-3B14-4797-9DCE-EA81B9FE2A3B}" dt="2025-09-11T21:02:42.804" v="1589" actId="478"/>
          <ac:spMkLst>
            <pc:docMk/>
            <pc:sldMk cId="3850415199" sldId="260"/>
            <ac:spMk id="30" creationId="{D068056C-BB63-CD0A-51BE-2F680B79F132}"/>
          </ac:spMkLst>
        </pc:spChg>
        <pc:spChg chg="add del">
          <ac:chgData name="Joseph LoCasto" userId="c71d013a-22da-4967-9eae-09a449c3ca10" providerId="ADAL" clId="{D7085BCC-3B14-4797-9DCE-EA81B9FE2A3B}" dt="2025-09-11T21:03:36.873" v="1591" actId="478"/>
          <ac:spMkLst>
            <pc:docMk/>
            <pc:sldMk cId="3850415199" sldId="260"/>
            <ac:spMk id="31" creationId="{80129B67-AB81-FC44-E0E3-5D1FA27A5D67}"/>
          </ac:spMkLst>
        </pc:spChg>
        <pc:picChg chg="mod">
          <ac:chgData name="Joseph LoCasto" userId="c71d013a-22da-4967-9eae-09a449c3ca10" providerId="ADAL" clId="{D7085BCC-3B14-4797-9DCE-EA81B9FE2A3B}" dt="2025-09-11T17:30:05.015" v="542" actId="1076"/>
          <ac:picMkLst>
            <pc:docMk/>
            <pc:sldMk cId="3850415199" sldId="260"/>
            <ac:picMk id="11" creationId="{01A83E72-EC57-39B8-0796-B2F89759F0FF}"/>
          </ac:picMkLst>
        </pc:picChg>
        <pc:picChg chg="add del mod">
          <ac:chgData name="Joseph LoCasto" userId="c71d013a-22da-4967-9eae-09a449c3ca10" providerId="ADAL" clId="{D7085BCC-3B14-4797-9DCE-EA81B9FE2A3B}" dt="2025-09-11T20:07:57.919" v="848" actId="478"/>
          <ac:picMkLst>
            <pc:docMk/>
            <pc:sldMk cId="3850415199" sldId="260"/>
            <ac:picMk id="12" creationId="{4CE1FF4F-47D2-B413-E37B-49DF6232E509}"/>
          </ac:picMkLst>
        </pc:picChg>
        <pc:picChg chg="add del mod modCrop">
          <ac:chgData name="Joseph LoCasto" userId="c71d013a-22da-4967-9eae-09a449c3ca10" providerId="ADAL" clId="{D7085BCC-3B14-4797-9DCE-EA81B9FE2A3B}" dt="2025-09-11T20:38:47.350" v="1029" actId="478"/>
          <ac:picMkLst>
            <pc:docMk/>
            <pc:sldMk cId="3850415199" sldId="260"/>
            <ac:picMk id="15" creationId="{3DA7F3B4-B197-6972-3751-2F9ADF1CCCE6}"/>
          </ac:picMkLst>
        </pc:picChg>
        <pc:picChg chg="add del mod">
          <ac:chgData name="Joseph LoCasto" userId="c71d013a-22da-4967-9eae-09a449c3ca10" providerId="ADAL" clId="{D7085BCC-3B14-4797-9DCE-EA81B9FE2A3B}" dt="2025-09-11T20:12:44.898" v="880" actId="478"/>
          <ac:picMkLst>
            <pc:docMk/>
            <pc:sldMk cId="3850415199" sldId="260"/>
            <ac:picMk id="18" creationId="{5A37C8BF-56B7-C37B-CBCA-4D79512A95B7}"/>
          </ac:picMkLst>
        </pc:picChg>
        <pc:picChg chg="add del mod">
          <ac:chgData name="Joseph LoCasto" userId="c71d013a-22da-4967-9eae-09a449c3ca10" providerId="ADAL" clId="{D7085BCC-3B14-4797-9DCE-EA81B9FE2A3B}" dt="2025-09-11T20:38:48.577" v="1030" actId="478"/>
          <ac:picMkLst>
            <pc:docMk/>
            <pc:sldMk cId="3850415199" sldId="260"/>
            <ac:picMk id="20" creationId="{EB271B83-B364-C2B7-5DBD-05C4B6D6034F}"/>
          </ac:picMkLst>
        </pc:picChg>
        <pc:picChg chg="add mod modCrop">
          <ac:chgData name="Joseph LoCasto" userId="c71d013a-22da-4967-9eae-09a449c3ca10" providerId="ADAL" clId="{D7085BCC-3B14-4797-9DCE-EA81B9FE2A3B}" dt="2025-09-11T20:42:36.167" v="1056" actId="14100"/>
          <ac:picMkLst>
            <pc:docMk/>
            <pc:sldMk cId="3850415199" sldId="260"/>
            <ac:picMk id="22" creationId="{7541976F-8C25-76A0-2931-41C9AD3ED94D}"/>
          </ac:picMkLst>
        </pc:picChg>
        <pc:picChg chg="add del">
          <ac:chgData name="Joseph LoCasto" userId="c71d013a-22da-4967-9eae-09a449c3ca10" providerId="ADAL" clId="{D7085BCC-3B14-4797-9DCE-EA81B9FE2A3B}" dt="2025-09-11T20:40:41.662" v="1044" actId="478"/>
          <ac:picMkLst>
            <pc:docMk/>
            <pc:sldMk cId="3850415199" sldId="260"/>
            <ac:picMk id="26" creationId="{4B3AC0AE-DCD8-D6F4-B7F2-D5406921A1F4}"/>
          </ac:picMkLst>
        </pc:picChg>
        <pc:picChg chg="add mod modCrop">
          <ac:chgData name="Joseph LoCasto" userId="c71d013a-22da-4967-9eae-09a449c3ca10" providerId="ADAL" clId="{D7085BCC-3B14-4797-9DCE-EA81B9FE2A3B}" dt="2025-09-11T20:45:10.552" v="1176" actId="14100"/>
          <ac:picMkLst>
            <pc:docMk/>
            <pc:sldMk cId="3850415199" sldId="260"/>
            <ac:picMk id="28" creationId="{4E87EED2-693D-3B1D-1CE4-C2EC1751688A}"/>
          </ac:picMkLst>
        </pc:picChg>
        <pc:picChg chg="add del">
          <ac:chgData name="Joseph LoCasto" userId="c71d013a-22da-4967-9eae-09a449c3ca10" providerId="ADAL" clId="{D7085BCC-3B14-4797-9DCE-EA81B9FE2A3B}" dt="2025-09-11T21:01:43.631" v="1585" actId="478"/>
          <ac:picMkLst>
            <pc:docMk/>
            <pc:sldMk cId="3850415199" sldId="260"/>
            <ac:picMk id="1026" creationId="{A24B73EA-7EE8-82E9-4AD5-A871EFD3AB56}"/>
          </ac:picMkLst>
        </pc:picChg>
        <pc:picChg chg="mod">
          <ac:chgData name="Joseph LoCasto" userId="c71d013a-22da-4967-9eae-09a449c3ca10" providerId="ADAL" clId="{D7085BCC-3B14-4797-9DCE-EA81B9FE2A3B}" dt="2025-09-11T20:19:42.933" v="926"/>
          <ac:picMkLst>
            <pc:docMk/>
            <pc:sldMk cId="3850415199" sldId="260"/>
            <ac:picMk id="2052" creationId="{B88FEA7E-4B23-329B-73EC-6CF9AE7FEC4B}"/>
          </ac:picMkLst>
        </pc:picChg>
        <pc:cxnChg chg="mod">
          <ac:chgData name="Joseph LoCasto" userId="c71d013a-22da-4967-9eae-09a449c3ca10" providerId="ADAL" clId="{D7085BCC-3B14-4797-9DCE-EA81B9FE2A3B}" dt="2025-09-11T17:30:05.015" v="542" actId="1076"/>
          <ac:cxnSpMkLst>
            <pc:docMk/>
            <pc:sldMk cId="3850415199" sldId="260"/>
            <ac:cxnSpMk id="8" creationId="{5258015E-07DE-4880-2107-ADD23A352D1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2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4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4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2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5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0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5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4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19C0997-BD8E-402D-8B75-D48FEC827053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AD9820-3C96-441F-9FB1-05C4D9D41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627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2D993143-85DE-F288-9F7B-769173275C99}"/>
              </a:ext>
            </a:extLst>
          </p:cNvPr>
          <p:cNvSpPr/>
          <p:nvPr/>
        </p:nvSpPr>
        <p:spPr>
          <a:xfrm>
            <a:off x="3686628" y="3199389"/>
            <a:ext cx="5544458" cy="30397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1F490A-4E45-7EA8-D752-24CCA2809652}"/>
              </a:ext>
            </a:extLst>
          </p:cNvPr>
          <p:cNvGrpSpPr/>
          <p:nvPr/>
        </p:nvGrpSpPr>
        <p:grpSpPr>
          <a:xfrm rot="10800000">
            <a:off x="4676081" y="-4363825"/>
            <a:ext cx="5805714" cy="1155699"/>
            <a:chOff x="940678" y="1739399"/>
            <a:chExt cx="5155326" cy="2590252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B0691E96-5DD9-CCB1-05A1-4E860B908690}"/>
                </a:ext>
              </a:extLst>
            </p:cNvPr>
            <p:cNvSpPr/>
            <p:nvPr/>
          </p:nvSpPr>
          <p:spPr>
            <a:xfrm>
              <a:off x="1357745" y="2133600"/>
              <a:ext cx="4738255" cy="1773382"/>
            </a:xfrm>
            <a:prstGeom prst="flowChartProcess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FAC03FF0-6AD1-F258-3EBE-15D5CBE37F01}"/>
                </a:ext>
              </a:extLst>
            </p:cNvPr>
            <p:cNvSpPr/>
            <p:nvPr/>
          </p:nvSpPr>
          <p:spPr>
            <a:xfrm>
              <a:off x="940678" y="1739399"/>
              <a:ext cx="5155326" cy="2590252"/>
            </a:xfrm>
            <a:prstGeom prst="flowChartProcess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18676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6994-1F46-C98D-221A-82823E6D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79C6C-7B80-1126-0C18-BDB717419B8C}"/>
              </a:ext>
            </a:extLst>
          </p:cNvPr>
          <p:cNvSpPr txBox="1"/>
          <p:nvPr/>
        </p:nvSpPr>
        <p:spPr>
          <a:xfrm>
            <a:off x="4613061" y="4166657"/>
            <a:ext cx="2965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Windows 12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EABAE41-6146-A17F-7331-F3734E20B35F}"/>
              </a:ext>
            </a:extLst>
          </p:cNvPr>
          <p:cNvSpPr/>
          <p:nvPr/>
        </p:nvSpPr>
        <p:spPr>
          <a:xfrm>
            <a:off x="4676081" y="2860325"/>
            <a:ext cx="6545946" cy="30397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5965BC-031E-5BB7-BD0D-FE2DD90883CA}"/>
              </a:ext>
            </a:extLst>
          </p:cNvPr>
          <p:cNvGrpSpPr/>
          <p:nvPr/>
        </p:nvGrpSpPr>
        <p:grpSpPr>
          <a:xfrm rot="10800000">
            <a:off x="4676081" y="3806784"/>
            <a:ext cx="5805714" cy="1155699"/>
            <a:chOff x="940678" y="1739399"/>
            <a:chExt cx="5155326" cy="2590252"/>
          </a:xfrm>
        </p:grpSpPr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B02E2F49-9325-19E2-2A03-D1598973517F}"/>
                </a:ext>
              </a:extLst>
            </p:cNvPr>
            <p:cNvSpPr/>
            <p:nvPr/>
          </p:nvSpPr>
          <p:spPr>
            <a:xfrm>
              <a:off x="1357745" y="2133600"/>
              <a:ext cx="4738255" cy="1773382"/>
            </a:xfrm>
            <a:prstGeom prst="flowChartProcess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854841D5-3F78-7B43-65F6-CF6A5E3B79E1}"/>
                </a:ext>
              </a:extLst>
            </p:cNvPr>
            <p:cNvSpPr/>
            <p:nvPr/>
          </p:nvSpPr>
          <p:spPr>
            <a:xfrm>
              <a:off x="940678" y="1739399"/>
              <a:ext cx="5155326" cy="2590252"/>
            </a:xfrm>
            <a:prstGeom prst="flowChartProcess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15249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500">
        <p159:morph option="byObject"/>
      </p:transition>
    </mc:Choice>
    <mc:Fallback xmlns="">
      <p:transition spd="slow" advClick="0" advTm="5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ECD3-92EA-81CA-6D52-D497597B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1E96F8-82A3-BEC8-F4F6-881CBBC76B12}"/>
              </a:ext>
            </a:extLst>
          </p:cNvPr>
          <p:cNvSpPr txBox="1"/>
          <p:nvPr/>
        </p:nvSpPr>
        <p:spPr>
          <a:xfrm>
            <a:off x="4613061" y="4053546"/>
            <a:ext cx="2965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Windows 12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A7A50C-A432-AE7A-250A-6A3D19D8A640}"/>
              </a:ext>
            </a:extLst>
          </p:cNvPr>
          <p:cNvGrpSpPr/>
          <p:nvPr/>
        </p:nvGrpSpPr>
        <p:grpSpPr>
          <a:xfrm rot="10800000">
            <a:off x="7578937" y="3829639"/>
            <a:ext cx="6108033" cy="1155699"/>
            <a:chOff x="-5277573" y="1739401"/>
            <a:chExt cx="11373579" cy="2590252"/>
          </a:xfrm>
        </p:grpSpPr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19A2856F-4172-7043-F727-B9F4C7FF1682}"/>
                </a:ext>
              </a:extLst>
            </p:cNvPr>
            <p:cNvSpPr/>
            <p:nvPr/>
          </p:nvSpPr>
          <p:spPr>
            <a:xfrm>
              <a:off x="1357745" y="2133600"/>
              <a:ext cx="4738255" cy="1773382"/>
            </a:xfrm>
            <a:prstGeom prst="flowChartProcess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67595249-9B9E-BD0A-AE97-71A799BF42AD}"/>
                </a:ext>
              </a:extLst>
            </p:cNvPr>
            <p:cNvSpPr/>
            <p:nvPr/>
          </p:nvSpPr>
          <p:spPr>
            <a:xfrm>
              <a:off x="-5277573" y="1739401"/>
              <a:ext cx="11373579" cy="2590252"/>
            </a:xfrm>
            <a:prstGeom prst="flowChartProcess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Windows Logo White Png">
            <a:extLst>
              <a:ext uri="{FF2B5EF4-FFF2-40B4-BE49-F238E27FC236}">
                <a16:creationId xmlns:a16="http://schemas.microsoft.com/office/drawing/2014/main" id="{FBED7772-5F15-CE09-34B8-0DAD2B056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4010" y1="37260" x2="34010" y2="37260"/>
                        <a14:foregroundMark x1="36042" y1="63700" x2="36042" y2="63700"/>
                        <a14:foregroundMark x1="55521" y1="65813" x2="55521" y2="658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451" y="1893063"/>
            <a:ext cx="2741096" cy="2230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50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indows 11 Wallpapers Re-Imagined on Behance | 4k wallpapers for pc, Hd ...">
            <a:extLst>
              <a:ext uri="{FF2B5EF4-FFF2-40B4-BE49-F238E27FC236}">
                <a16:creationId xmlns:a16="http://schemas.microsoft.com/office/drawing/2014/main" id="{BD23FEAC-65F6-2030-DA48-9B84B7468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FF5BD8-91F2-9F22-E502-491BA14E3115}"/>
              </a:ext>
            </a:extLst>
          </p:cNvPr>
          <p:cNvSpPr txBox="1"/>
          <p:nvPr/>
        </p:nvSpPr>
        <p:spPr>
          <a:xfrm>
            <a:off x="0" y="-116115"/>
            <a:ext cx="255230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12:55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9/11/25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7F27A2-7AFA-7692-3617-FBE5DB704CDE}"/>
              </a:ext>
            </a:extLst>
          </p:cNvPr>
          <p:cNvSpPr/>
          <p:nvPr/>
        </p:nvSpPr>
        <p:spPr>
          <a:xfrm>
            <a:off x="9913257" y="3585029"/>
            <a:ext cx="2119086" cy="232228"/>
          </a:xfrm>
          <a:prstGeom prst="roundRect">
            <a:avLst/>
          </a:prstGeom>
          <a:solidFill>
            <a:srgbClr val="FCB4AA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DADEF-B5D8-46A1-F457-AD08B7E12B52}"/>
              </a:ext>
            </a:extLst>
          </p:cNvPr>
          <p:cNvSpPr txBox="1"/>
          <p:nvPr/>
        </p:nvSpPr>
        <p:spPr>
          <a:xfrm>
            <a:off x="10127673" y="3305889"/>
            <a:ext cx="1904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Please enter your password.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2B2861-7FAB-1142-3CE7-E9D146E2BB30}"/>
              </a:ext>
            </a:extLst>
          </p:cNvPr>
          <p:cNvSpPr/>
          <p:nvPr/>
        </p:nvSpPr>
        <p:spPr>
          <a:xfrm>
            <a:off x="10515600" y="1515101"/>
            <a:ext cx="914400" cy="9144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B2367-DFEE-F1A3-A6F8-F3C084C12C68}"/>
              </a:ext>
            </a:extLst>
          </p:cNvPr>
          <p:cNvSpPr txBox="1"/>
          <p:nvPr/>
        </p:nvSpPr>
        <p:spPr>
          <a:xfrm>
            <a:off x="10037159" y="2462420"/>
            <a:ext cx="187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Joseph Lo Casto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966EC9-7971-2264-9EDF-675682C479AF}"/>
              </a:ext>
            </a:extLst>
          </p:cNvPr>
          <p:cNvCxnSpPr>
            <a:cxnSpLocks/>
          </p:cNvCxnSpPr>
          <p:nvPr/>
        </p:nvCxnSpPr>
        <p:spPr>
          <a:xfrm>
            <a:off x="9994201" y="3848100"/>
            <a:ext cx="1957197" cy="0"/>
          </a:xfrm>
          <a:prstGeom prst="line">
            <a:avLst/>
          </a:prstGeom>
          <a:ln cap="rnd">
            <a:solidFill>
              <a:srgbClr val="97475C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Windy with solid fill">
            <a:extLst>
              <a:ext uri="{FF2B5EF4-FFF2-40B4-BE49-F238E27FC236}">
                <a16:creationId xmlns:a16="http://schemas.microsoft.com/office/drawing/2014/main" id="{717059EF-563C-05EE-F63C-5DD263A6A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0785" y="6348718"/>
            <a:ext cx="552450" cy="552450"/>
          </a:xfrm>
          <a:prstGeom prst="rect">
            <a:avLst/>
          </a:prstGeom>
          <a:effectLst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CCA922-50CE-5D25-EBA8-80A89B10618C}"/>
              </a:ext>
            </a:extLst>
          </p:cNvPr>
          <p:cNvSpPr txBox="1"/>
          <p:nvPr/>
        </p:nvSpPr>
        <p:spPr>
          <a:xfrm>
            <a:off x="10273152" y="6486443"/>
            <a:ext cx="1399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1D1E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Light Breeze – 75°</a:t>
            </a:r>
          </a:p>
        </p:txBody>
      </p:sp>
      <p:sp>
        <p:nvSpPr>
          <p:cNvPr id="18" name="Rectangle: Rounded Corners 17">
            <a:hlinkClick r:id="" action="ppaction://hlinkshowjump?jump=nextslide">
              <a:snd r:embed="rId6" name="click.wav"/>
            </a:hlinkClick>
            <a:extLst>
              <a:ext uri="{FF2B5EF4-FFF2-40B4-BE49-F238E27FC236}">
                <a16:creationId xmlns:a16="http://schemas.microsoft.com/office/drawing/2014/main" id="{CB4C3EB6-E400-5ECB-4B87-AF6EF8D0A79E}"/>
              </a:ext>
            </a:extLst>
          </p:cNvPr>
          <p:cNvSpPr/>
          <p:nvPr/>
        </p:nvSpPr>
        <p:spPr>
          <a:xfrm>
            <a:off x="10577570" y="3958458"/>
            <a:ext cx="830943" cy="232228"/>
          </a:xfrm>
          <a:prstGeom prst="roundRect">
            <a:avLst/>
          </a:prstGeom>
          <a:solidFill>
            <a:srgbClr val="FCB4AA"/>
          </a:solidFill>
          <a:ln>
            <a:noFill/>
          </a:ln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rgbClr val="03030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55BED1C6-71F3-83E8-7A79-0A595B9FEB27}"/>
              </a:ext>
            </a:extLst>
          </p:cNvPr>
          <p:cNvSpPr/>
          <p:nvPr/>
        </p:nvSpPr>
        <p:spPr>
          <a:xfrm>
            <a:off x="10556081" y="3944602"/>
            <a:ext cx="873919" cy="246084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3030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Guest Mode</a:t>
            </a:r>
          </a:p>
        </p:txBody>
      </p:sp>
      <p:sp>
        <p:nvSpPr>
          <p:cNvPr id="21" name="Flowchart: Proces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3D08CEA-BDA6-EBB5-7863-38378E38EAB2}"/>
              </a:ext>
            </a:extLst>
          </p:cNvPr>
          <p:cNvSpPr/>
          <p:nvPr/>
        </p:nvSpPr>
        <p:spPr>
          <a:xfrm>
            <a:off x="10577570" y="3951528"/>
            <a:ext cx="830943" cy="246084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CCA55-5DA1-E2AD-4AD4-D097D5E76C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67" b="97067" l="7669" r="98466">
                        <a14:foregroundMark x1="8282" y1="35467" x2="8282" y2="35467"/>
                        <a14:foregroundMark x1="96012" y1="42400" x2="96012" y2="42400"/>
                        <a14:foregroundMark x1="78528" y1="37867" x2="78528" y2="37867"/>
                        <a14:foregroundMark x1="76074" y1="37867" x2="76074" y2="37867"/>
                        <a14:foregroundMark x1="69632" y1="61600" x2="69632" y2="61600"/>
                        <a14:foregroundMark x1="85583" y1="73600" x2="85583" y2="73600"/>
                        <a14:foregroundMark x1="85583" y1="73600" x2="57362" y2="78667"/>
                        <a14:foregroundMark x1="57362" y1="78667" x2="50000" y2="92800"/>
                        <a14:foregroundMark x1="50000" y1="92800" x2="78221" y2="85867"/>
                        <a14:foregroundMark x1="78221" y1="85867" x2="80061" y2="72267"/>
                        <a14:foregroundMark x1="20859" y1="67733" x2="40491" y2="92000"/>
                        <a14:foregroundMark x1="40491" y1="92000" x2="68712" y2="93067"/>
                        <a14:foregroundMark x1="68712" y1="93067" x2="90491" y2="86667"/>
                        <a14:foregroundMark x1="90491" y1="86667" x2="92331" y2="52267"/>
                        <a14:foregroundMark x1="7975" y1="56267" x2="10429" y2="83467"/>
                        <a14:foregroundMark x1="9816" y1="94933" x2="38650" y2="94933"/>
                        <a14:foregroundMark x1="38650" y1="94933" x2="68405" y2="96000"/>
                        <a14:foregroundMark x1="68405" y1="96000" x2="89264" y2="93867"/>
                        <a14:foregroundMark x1="89264" y1="93867" x2="91718" y2="94133"/>
                        <a14:foregroundMark x1="9509" y1="89600" x2="9509" y2="89600"/>
                        <a14:foregroundMark x1="8589" y1="96000" x2="8589" y2="96000"/>
                        <a14:foregroundMark x1="7669" y1="97333" x2="7669" y2="97333"/>
                        <a14:foregroundMark x1="60736" y1="73600" x2="86810" y2="66933"/>
                        <a14:foregroundMark x1="86810" y1="66933" x2="63190" y2="74133"/>
                        <a14:foregroundMark x1="63190" y1="74133" x2="57975" y2="72800"/>
                        <a14:foregroundMark x1="12883" y1="85600" x2="15644" y2="83467"/>
                        <a14:foregroundMark x1="97546" y1="97333" x2="97546" y2="97333"/>
                        <a14:foregroundMark x1="13804" y1="92533" x2="13804" y2="92533"/>
                        <a14:foregroundMark x1="98160" y1="92800" x2="98160" y2="92800"/>
                        <a14:foregroundMark x1="98160" y1="94133" x2="98160" y2="94133"/>
                        <a14:foregroundMark x1="98160" y1="95733" x2="98160" y2="96267"/>
                        <a14:foregroundMark x1="98160" y1="94933" x2="98160" y2="95200"/>
                        <a14:foregroundMark x1="96933" y1="95733" x2="97239" y2="96000"/>
                        <a14:foregroundMark x1="97239" y1="96000" x2="97239" y2="96000"/>
                        <a14:foregroundMark x1="97239" y1="96000" x2="97853" y2="95733"/>
                        <a14:foregroundMark x1="98159" y1="95733" x2="98466" y2="96267"/>
                        <a14:backgroundMark x1="33742" y1="10933" x2="33742" y2="10933"/>
                        <a14:backgroundMark x1="99080" y1="68267" x2="99080" y2="68267"/>
                        <a14:backgroundMark x1="99387" y1="73600" x2="99387" y2="73600"/>
                        <a14:backgroundMark x1="99080" y1="76800" x2="99080" y2="76800"/>
                        <a14:backgroundMark x1="99080" y1="78133" x2="99080" y2="80800"/>
                        <a14:backgroundMark x1="98818" y1="94133" x2="98804" y2="94455"/>
                        <a14:backgroundMark x1="98875" y1="92800" x2="98818" y2="94133"/>
                        <a14:backgroundMark x1="99387" y1="80800" x2="98875" y2="92800"/>
                        <a14:backgroundMark x1="99019" y1="96267" x2="99080" y2="96533"/>
                        <a14:backgroundMark x1="54294" y1="99467" x2="54294" y2="99467"/>
                        <a14:backgroundMark x1="99080" y1="70400" x2="99080" y2="71467"/>
                        <a14:backgroundMark x1="99080" y1="71467" x2="99080" y2="71467"/>
                        <a14:backgroundMark x1="99080" y1="71733" x2="99080" y2="71733"/>
                        <a14:backgroundMark x1="99080" y1="71733" x2="99080" y2="71733"/>
                        <a14:backgroundMark x1="99080" y1="71200" x2="99080" y2="71733"/>
                        <a14:backgroundMark x1="99080" y1="95200" x2="99080" y2="95200"/>
                        <a14:backgroundMark x1="99080" y1="95200" x2="99080" y2="95733"/>
                      </a14:backgroundRemoval>
                    </a14:imgEffect>
                  </a14:imgLayer>
                </a14:imgProps>
              </a:ext>
            </a:extLst>
          </a:blip>
          <a:srcRect l="5694" t="16508" r="577" b="943"/>
          <a:stretch/>
        </p:blipFill>
        <p:spPr>
          <a:xfrm>
            <a:off x="44005" y="-2582771"/>
            <a:ext cx="2360581" cy="2394763"/>
          </a:xfrm>
          <a:prstGeom prst="rect">
            <a:avLst/>
          </a:prstGeom>
          <a:effectLst>
            <a:innerShdw blurRad="114300">
              <a:prstClr val="black"/>
            </a:innerShdw>
            <a:softEdge rad="127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6B93F0-7F46-02D1-9F49-98C685290C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8591" y="-5060507"/>
            <a:ext cx="4982723" cy="2394763"/>
          </a:xfrm>
          <a:prstGeom prst="rect">
            <a:avLst/>
          </a:prstGeom>
          <a:effectLst>
            <a:innerShdw blurRad="114300">
              <a:prstClr val="black"/>
            </a:innerShdw>
            <a:softEdge rad="3175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32C798-525E-04B7-0798-4F70CFAB7D2C}"/>
              </a:ext>
            </a:extLst>
          </p:cNvPr>
          <p:cNvSpPr/>
          <p:nvPr/>
        </p:nvSpPr>
        <p:spPr>
          <a:xfrm>
            <a:off x="11797154" y="19753943"/>
            <a:ext cx="394846" cy="6858000"/>
          </a:xfrm>
          <a:prstGeom prst="rect">
            <a:avLst/>
          </a:prstGeom>
          <a:solidFill>
            <a:schemeClr val="tx2">
              <a:lumMod val="25000"/>
              <a:alpha val="9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36778-5618-BE4D-EEEF-C475312D9D2F}"/>
              </a:ext>
            </a:extLst>
          </p:cNvPr>
          <p:cNvSpPr/>
          <p:nvPr/>
        </p:nvSpPr>
        <p:spPr>
          <a:xfrm rot="16200000">
            <a:off x="5617266" y="757401"/>
            <a:ext cx="397032" cy="12752439"/>
          </a:xfrm>
          <a:prstGeom prst="rect">
            <a:avLst/>
          </a:prstGeom>
          <a:solidFill>
            <a:schemeClr val="tx2">
              <a:lumMod val="25000"/>
              <a:alpha val="81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9896-A45C-8F3F-3ACB-5DAFA4FA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indows 11 Wallpapers Re-Imagined on Behance | 4k wallpapers for pc, Hd ...">
            <a:extLst>
              <a:ext uri="{FF2B5EF4-FFF2-40B4-BE49-F238E27FC236}">
                <a16:creationId xmlns:a16="http://schemas.microsoft.com/office/drawing/2014/main" id="{B88FEA7E-4B23-329B-73EC-6CF9AE7FE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399615-CE60-AA66-AB9B-C83B3222CFFE}"/>
              </a:ext>
            </a:extLst>
          </p:cNvPr>
          <p:cNvSpPr txBox="1"/>
          <p:nvPr/>
        </p:nvSpPr>
        <p:spPr>
          <a:xfrm>
            <a:off x="0" y="-7017283"/>
            <a:ext cx="255230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12:55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9/11/25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30D059-E304-F41D-07F0-D2C34D9AA3B2}"/>
              </a:ext>
            </a:extLst>
          </p:cNvPr>
          <p:cNvSpPr/>
          <p:nvPr/>
        </p:nvSpPr>
        <p:spPr>
          <a:xfrm>
            <a:off x="9913257" y="-3316139"/>
            <a:ext cx="2119086" cy="232228"/>
          </a:xfrm>
          <a:prstGeom prst="roundRect">
            <a:avLst/>
          </a:prstGeom>
          <a:solidFill>
            <a:srgbClr val="FCB4AA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8B9B5-7978-D6D6-C809-A1A1DF21D1B4}"/>
              </a:ext>
            </a:extLst>
          </p:cNvPr>
          <p:cNvSpPr txBox="1"/>
          <p:nvPr/>
        </p:nvSpPr>
        <p:spPr>
          <a:xfrm>
            <a:off x="10127673" y="-3595279"/>
            <a:ext cx="1904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Please enter your password.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AE8666-A4A4-36D7-D9A0-FE86E532AC9B}"/>
              </a:ext>
            </a:extLst>
          </p:cNvPr>
          <p:cNvSpPr/>
          <p:nvPr/>
        </p:nvSpPr>
        <p:spPr>
          <a:xfrm>
            <a:off x="10515600" y="-5386067"/>
            <a:ext cx="914400" cy="9144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60CD4F-7ED0-3B45-9E77-768FCD9A2D65}"/>
              </a:ext>
            </a:extLst>
          </p:cNvPr>
          <p:cNvSpPr txBox="1"/>
          <p:nvPr/>
        </p:nvSpPr>
        <p:spPr>
          <a:xfrm>
            <a:off x="10037159" y="-4438748"/>
            <a:ext cx="187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Joseph Lo Casto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58015E-07DE-4880-2107-ADD23A352D1B}"/>
              </a:ext>
            </a:extLst>
          </p:cNvPr>
          <p:cNvCxnSpPr>
            <a:cxnSpLocks/>
          </p:cNvCxnSpPr>
          <p:nvPr/>
        </p:nvCxnSpPr>
        <p:spPr>
          <a:xfrm>
            <a:off x="9994201" y="-3053068"/>
            <a:ext cx="1957197" cy="0"/>
          </a:xfrm>
          <a:prstGeom prst="line">
            <a:avLst/>
          </a:prstGeom>
          <a:ln cap="rnd">
            <a:solidFill>
              <a:srgbClr val="97475C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Windy with solid fill">
            <a:extLst>
              <a:ext uri="{FF2B5EF4-FFF2-40B4-BE49-F238E27FC236}">
                <a16:creationId xmlns:a16="http://schemas.microsoft.com/office/drawing/2014/main" id="{01A83E72-EC57-39B8-0796-B2F89759F0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0785" y="-552450"/>
            <a:ext cx="552450" cy="552450"/>
          </a:xfrm>
          <a:prstGeom prst="rect">
            <a:avLst/>
          </a:prstGeom>
          <a:effectLst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2BAE6B-181C-04CD-3BB7-A774E4CF13FA}"/>
              </a:ext>
            </a:extLst>
          </p:cNvPr>
          <p:cNvSpPr txBox="1"/>
          <p:nvPr/>
        </p:nvSpPr>
        <p:spPr>
          <a:xfrm>
            <a:off x="10273152" y="-414725"/>
            <a:ext cx="1399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1D1E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Light Breeze – 75°</a:t>
            </a:r>
          </a:p>
        </p:txBody>
      </p:sp>
      <p:sp>
        <p:nvSpPr>
          <p:cNvPr id="9" name="Rectangle: Rounded Corners 8">
            <a:hlinkClick r:id="" action="ppaction://hlinkshowjump?jump=nextslide">
              <a:snd r:embed="rId6" name="click.wav"/>
            </a:hlinkClick>
            <a:extLst>
              <a:ext uri="{FF2B5EF4-FFF2-40B4-BE49-F238E27FC236}">
                <a16:creationId xmlns:a16="http://schemas.microsoft.com/office/drawing/2014/main" id="{0745511B-87ED-2548-3E1A-EDBDCB9AE58A}"/>
              </a:ext>
            </a:extLst>
          </p:cNvPr>
          <p:cNvSpPr/>
          <p:nvPr/>
        </p:nvSpPr>
        <p:spPr>
          <a:xfrm>
            <a:off x="10577570" y="-2984107"/>
            <a:ext cx="830943" cy="232228"/>
          </a:xfrm>
          <a:prstGeom prst="roundRect">
            <a:avLst/>
          </a:prstGeom>
          <a:solidFill>
            <a:srgbClr val="FCB4AA"/>
          </a:solidFill>
          <a:ln>
            <a:noFill/>
          </a:ln>
          <a:effectLst>
            <a:outerShdw blurRad="63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rgbClr val="03030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94395EF-B344-F119-B240-D98EA44D5E0A}"/>
              </a:ext>
            </a:extLst>
          </p:cNvPr>
          <p:cNvSpPr/>
          <p:nvPr/>
        </p:nvSpPr>
        <p:spPr>
          <a:xfrm>
            <a:off x="10556081" y="-2997963"/>
            <a:ext cx="873919" cy="246084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3030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Guest Mode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41976F-8C25-76A0-2931-41C9AD3ED9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67" b="97067" l="7669" r="98466">
                        <a14:foregroundMark x1="8282" y1="35467" x2="8282" y2="35467"/>
                        <a14:foregroundMark x1="96012" y1="42400" x2="96012" y2="42400"/>
                        <a14:foregroundMark x1="78528" y1="37867" x2="78528" y2="37867"/>
                        <a14:foregroundMark x1="76074" y1="37867" x2="76074" y2="37867"/>
                        <a14:foregroundMark x1="69632" y1="61600" x2="69632" y2="61600"/>
                        <a14:foregroundMark x1="85583" y1="73600" x2="85583" y2="73600"/>
                        <a14:foregroundMark x1="85583" y1="73600" x2="57362" y2="78667"/>
                        <a14:foregroundMark x1="57362" y1="78667" x2="50000" y2="92800"/>
                        <a14:foregroundMark x1="50000" y1="92800" x2="78221" y2="85867"/>
                        <a14:foregroundMark x1="78221" y1="85867" x2="80061" y2="72267"/>
                        <a14:foregroundMark x1="20859" y1="67733" x2="40491" y2="92000"/>
                        <a14:foregroundMark x1="40491" y1="92000" x2="68712" y2="93067"/>
                        <a14:foregroundMark x1="68712" y1="93067" x2="90491" y2="86667"/>
                        <a14:foregroundMark x1="90491" y1="86667" x2="92331" y2="52267"/>
                        <a14:foregroundMark x1="7975" y1="56267" x2="10429" y2="83467"/>
                        <a14:foregroundMark x1="9816" y1="94933" x2="38650" y2="94933"/>
                        <a14:foregroundMark x1="38650" y1="94933" x2="68405" y2="96000"/>
                        <a14:foregroundMark x1="68405" y1="96000" x2="89264" y2="93867"/>
                        <a14:foregroundMark x1="89264" y1="93867" x2="91718" y2="94133"/>
                        <a14:foregroundMark x1="9509" y1="89600" x2="9509" y2="89600"/>
                        <a14:foregroundMark x1="8589" y1="96000" x2="8589" y2="96000"/>
                        <a14:foregroundMark x1="7669" y1="97333" x2="7669" y2="97333"/>
                        <a14:foregroundMark x1="60736" y1="73600" x2="86810" y2="66933"/>
                        <a14:foregroundMark x1="86810" y1="66933" x2="63190" y2="74133"/>
                        <a14:foregroundMark x1="63190" y1="74133" x2="57975" y2="72800"/>
                        <a14:foregroundMark x1="12883" y1="85600" x2="15644" y2="83467"/>
                        <a14:foregroundMark x1="97546" y1="97333" x2="97546" y2="97333"/>
                        <a14:foregroundMark x1="13804" y1="92533" x2="13804" y2="92533"/>
                        <a14:foregroundMark x1="98160" y1="92800" x2="98160" y2="92800"/>
                        <a14:foregroundMark x1="98160" y1="94133" x2="98160" y2="94133"/>
                        <a14:foregroundMark x1="98160" y1="95733" x2="98160" y2="96267"/>
                        <a14:foregroundMark x1="98160" y1="94933" x2="98160" y2="95200"/>
                        <a14:foregroundMark x1="96933" y1="95733" x2="97239" y2="96000"/>
                        <a14:foregroundMark x1="97239" y1="96000" x2="97239" y2="96000"/>
                        <a14:foregroundMark x1="97239" y1="96000" x2="97853" y2="95733"/>
                        <a14:foregroundMark x1="98159" y1="95733" x2="98466" y2="96267"/>
                        <a14:backgroundMark x1="33742" y1="10933" x2="33742" y2="10933"/>
                        <a14:backgroundMark x1="99080" y1="68267" x2="99080" y2="68267"/>
                        <a14:backgroundMark x1="99387" y1="73600" x2="99387" y2="73600"/>
                        <a14:backgroundMark x1="99080" y1="76800" x2="99080" y2="76800"/>
                        <a14:backgroundMark x1="99080" y1="78133" x2="99080" y2="80800"/>
                        <a14:backgroundMark x1="98818" y1="94133" x2="98804" y2="94455"/>
                        <a14:backgroundMark x1="98875" y1="92800" x2="98818" y2="94133"/>
                        <a14:backgroundMark x1="99387" y1="80800" x2="98875" y2="92800"/>
                        <a14:backgroundMark x1="99019" y1="96267" x2="99080" y2="96533"/>
                        <a14:backgroundMark x1="54294" y1="99467" x2="54294" y2="99467"/>
                        <a14:backgroundMark x1="99080" y1="70400" x2="99080" y2="71467"/>
                        <a14:backgroundMark x1="99080" y1="71467" x2="99080" y2="71467"/>
                        <a14:backgroundMark x1="99080" y1="71733" x2="99080" y2="71733"/>
                        <a14:backgroundMark x1="99080" y1="71733" x2="99080" y2="71733"/>
                        <a14:backgroundMark x1="99080" y1="71200" x2="99080" y2="71733"/>
                        <a14:backgroundMark x1="99080" y1="95200" x2="99080" y2="95200"/>
                        <a14:backgroundMark x1="99080" y1="95200" x2="99080" y2="95733"/>
                      </a14:backgroundRemoval>
                    </a14:imgEffect>
                  </a14:imgLayer>
                </a14:imgProps>
              </a:ext>
            </a:extLst>
          </a:blip>
          <a:srcRect l="5694" t="16508" r="577" b="943"/>
          <a:stretch/>
        </p:blipFill>
        <p:spPr>
          <a:xfrm>
            <a:off x="44005" y="42436"/>
            <a:ext cx="2360581" cy="2394763"/>
          </a:xfrm>
          <a:prstGeom prst="rect">
            <a:avLst/>
          </a:prstGeom>
          <a:effectLst>
            <a:innerShdw blurRad="114300">
              <a:prstClr val="black"/>
            </a:innerShdw>
            <a:softEdge rad="127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E87EED2-693D-3B1D-1CE4-C2EC175168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591"/>
          <a:stretch/>
        </p:blipFill>
        <p:spPr>
          <a:xfrm>
            <a:off x="2448591" y="42436"/>
            <a:ext cx="5222534" cy="2394763"/>
          </a:xfrm>
          <a:prstGeom prst="rect">
            <a:avLst/>
          </a:prstGeom>
          <a:effectLst>
            <a:innerShdw blurRad="114300">
              <a:prstClr val="black"/>
            </a:inn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850415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650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38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LoCasto</dc:creator>
  <cp:lastModifiedBy>Joseph LoCasto</cp:lastModifiedBy>
  <cp:revision>1</cp:revision>
  <dcterms:created xsi:type="dcterms:W3CDTF">2025-09-11T14:38:40Z</dcterms:created>
  <dcterms:modified xsi:type="dcterms:W3CDTF">2025-09-11T21:05:50Z</dcterms:modified>
</cp:coreProperties>
</file>